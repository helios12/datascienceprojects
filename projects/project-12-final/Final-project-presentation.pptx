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Black"/>
      <p:bold r:id="rId16"/>
      <p:boldItalic r:id="rId17"/>
    </p:embeddedFon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Black-boldItalic.fntdata"/><Relationship Id="rId16" Type="http://schemas.openxmlformats.org/officeDocument/2006/relationships/font" Target="fonts/RobotoBlack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0fd95aa07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120fd95aa0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g120fd95aa07_0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20fd95aa0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g120fd95aa07_0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20fd95aa07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120fd95aa07_0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20fd95aa07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120fd95aa07_0_1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20fd95aa07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120fd95aa07_0_1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0fd95aa07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120fd95aa07_0_1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20fd95aa07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120fd95aa07_0_2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20fd95aa07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120fd95aa07_0_2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20fd95aa07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g120fd95aa07_0_2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20fd95aa07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g120fd95aa07_0_2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139" y="3867894"/>
            <a:ext cx="2926773" cy="8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5801" y="771550"/>
            <a:ext cx="3126119" cy="72964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725800" y="2499750"/>
            <a:ext cx="8042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" sz="4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Шаблон дипломного проекта</a:t>
            </a:r>
            <a:endParaRPr sz="4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755576" y="3241308"/>
            <a:ext cx="675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ФИО участника курса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b="0" i="0" lang="ru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88065"/>
            <a:ext cx="1080120" cy="24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091077" y="474859"/>
            <a:ext cx="2926773" cy="865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323524" y="690250"/>
            <a:ext cx="313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О чём Ваш проект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539552" y="1552024"/>
            <a:ext cx="35283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26343" y="1244247"/>
            <a:ext cx="351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Тема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93844" y="1182692"/>
            <a:ext cx="31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1</a:t>
            </a:r>
            <a:endParaRPr b="0" i="0" sz="1800" u="none" cap="none" strike="noStrik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4816544" y="1552024"/>
            <a:ext cx="4075800" cy="12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4803336" y="1244247"/>
            <a:ext cx="351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4570837" y="1182692"/>
            <a:ext cx="31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2</a:t>
            </a:r>
            <a:endParaRPr b="0" i="0" sz="1800" u="none" cap="none" strike="noStrik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539551" y="3393162"/>
            <a:ext cx="3528300" cy="12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526341" y="3085385"/>
            <a:ext cx="427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Актуальность предложения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293843" y="3023830"/>
            <a:ext cx="31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3</a:t>
            </a:r>
            <a:endParaRPr b="0" i="0" sz="1800" u="none" cap="none" strike="noStrik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4501156" y="1347614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-73024" y="3056061"/>
            <a:ext cx="46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 b="1" i="0" sz="1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180676" y="3205462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88065"/>
            <a:ext cx="1080120" cy="24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659029" y="474859"/>
            <a:ext cx="2926773" cy="86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/>
          <p:nvPr/>
        </p:nvSpPr>
        <p:spPr>
          <a:xfrm>
            <a:off x="362778" y="1456053"/>
            <a:ext cx="431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284278" y="2523542"/>
            <a:ext cx="43926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5292080" y="1177425"/>
            <a:ext cx="248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Продолжительность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5292067" y="1571575"/>
            <a:ext cx="1996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ru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каждого из этапов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5344640" y="2701888"/>
            <a:ext cx="118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Сроки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344640" y="3096044"/>
            <a:ext cx="1302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ru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всего проекта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5323677" y="4227925"/>
            <a:ext cx="275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Технические ресурсы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358874" y="699550"/>
            <a:ext cx="297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Планирование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5181" y="3723878"/>
            <a:ext cx="462611" cy="460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42277" y="2211710"/>
            <a:ext cx="446420" cy="446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40804" y="699542"/>
            <a:ext cx="455332" cy="45765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b="0" i="0" lang="ru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88065"/>
            <a:ext cx="1080120" cy="24634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/>
          <p:nvPr/>
        </p:nvSpPr>
        <p:spPr>
          <a:xfrm>
            <a:off x="395536" y="1003863"/>
            <a:ext cx="457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" sz="24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Источники данных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395536" y="3166978"/>
            <a:ext cx="18003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13415" y="2643758"/>
            <a:ext cx="223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395536" y="1396482"/>
            <a:ext cx="223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......................</a:t>
            </a:r>
            <a:endParaRPr b="1" i="0" sz="1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476672" y="474859"/>
            <a:ext cx="2926773" cy="865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2483768" y="3363838"/>
            <a:ext cx="1872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2501647" y="2643758"/>
            <a:ext cx="1926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4644008" y="3363838"/>
            <a:ext cx="18723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661887" y="2643758"/>
            <a:ext cx="2142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6804248" y="3166978"/>
            <a:ext cx="1913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6822127" y="2643758"/>
            <a:ext cx="223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b="0" i="0" lang="ru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88065"/>
            <a:ext cx="1080120" cy="24634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/>
          <p:nvPr/>
        </p:nvSpPr>
        <p:spPr>
          <a:xfrm>
            <a:off x="395536" y="1003863"/>
            <a:ext cx="457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" sz="24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Сбор и хранение данных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395536" y="3166978"/>
            <a:ext cx="18003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413415" y="2643758"/>
            <a:ext cx="223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95536" y="1396482"/>
            <a:ext cx="223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......................</a:t>
            </a:r>
            <a:endParaRPr b="1" i="0" sz="1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" name="Google Shape;13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476672" y="474859"/>
            <a:ext cx="2926773" cy="865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/>
          <p:nvPr/>
        </p:nvSpPr>
        <p:spPr>
          <a:xfrm>
            <a:off x="2483768" y="3363838"/>
            <a:ext cx="1872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2501647" y="2643758"/>
            <a:ext cx="1926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4644008" y="3363838"/>
            <a:ext cx="18723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4661887" y="2643758"/>
            <a:ext cx="2142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6804248" y="3166978"/>
            <a:ext cx="1913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6822127" y="2643758"/>
            <a:ext cx="223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b="0" i="0" lang="ru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88065"/>
            <a:ext cx="1080120" cy="24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803045" y="474859"/>
            <a:ext cx="2926773" cy="865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/>
          <p:nvPr/>
        </p:nvSpPr>
        <p:spPr>
          <a:xfrm>
            <a:off x="323528" y="690250"/>
            <a:ext cx="211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Алгоритмы 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539552" y="1552024"/>
            <a:ext cx="38883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526343" y="1244247"/>
            <a:ext cx="351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293844" y="1182692"/>
            <a:ext cx="31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1</a:t>
            </a:r>
            <a:endParaRPr b="0" i="0" sz="1800" u="none" cap="none" strike="noStrik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4600520" y="1552024"/>
            <a:ext cx="4404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4587312" y="1244247"/>
            <a:ext cx="351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4354813" y="1182692"/>
            <a:ext cx="31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2</a:t>
            </a:r>
            <a:endParaRPr b="0" i="0" sz="1800" u="none" cap="none" strike="noStrik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539551" y="3543712"/>
            <a:ext cx="3528300" cy="12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526341" y="3065353"/>
            <a:ext cx="427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293843" y="3003798"/>
            <a:ext cx="31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3</a:t>
            </a:r>
            <a:endParaRPr b="0" i="0" sz="1800" u="none" cap="none" strike="noStrik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4816543" y="3579862"/>
            <a:ext cx="40758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4803335" y="3065353"/>
            <a:ext cx="408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4413161" y="3029368"/>
            <a:ext cx="31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4</a:t>
            </a:r>
            <a:endParaRPr b="0" i="0" sz="1800" u="none" cap="none" strike="noStrik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4285132" y="1347614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-73024" y="3036029"/>
            <a:ext cx="46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 b="1" i="0" sz="1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180676" y="3185430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b="0" i="0" lang="ru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88065"/>
            <a:ext cx="1080120" cy="24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836712" y="474859"/>
            <a:ext cx="2926773" cy="865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/>
          <p:nvPr/>
        </p:nvSpPr>
        <p:spPr>
          <a:xfrm>
            <a:off x="323525" y="555525"/>
            <a:ext cx="424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Технологический стек для проекта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539552" y="1714912"/>
            <a:ext cx="2664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26343" y="1244247"/>
            <a:ext cx="2245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93844" y="1182692"/>
            <a:ext cx="31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1</a:t>
            </a:r>
            <a:endParaRPr b="0" i="0" sz="1800" u="none" cap="none" strike="noStrik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376384" y="1714912"/>
            <a:ext cx="2421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3363177" y="1244247"/>
            <a:ext cx="228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3130677" y="1182692"/>
            <a:ext cx="31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2</a:t>
            </a:r>
            <a:endParaRPr b="0" i="0" sz="1800" u="none" cap="none" strike="noStrik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4570836" y="3023830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483768" y="1198213"/>
            <a:ext cx="89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.....</a:t>
            </a:r>
            <a:endParaRPr b="1" i="0" sz="1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3060996" y="1347614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8215888" y="1203598"/>
            <a:ext cx="161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.........</a:t>
            </a:r>
            <a:endParaRPr b="1" i="0" sz="1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-134011" y="2488643"/>
            <a:ext cx="46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 b="1" i="0" sz="1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52684" y="2649143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436096" y="1203598"/>
            <a:ext cx="50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 b="1" i="0" sz="1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797300" y="1352999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6112688" y="1722823"/>
            <a:ext cx="241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6099480" y="1252158"/>
            <a:ext cx="228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866980" y="1190603"/>
            <a:ext cx="31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3</a:t>
            </a:r>
            <a:endParaRPr b="0" i="0" sz="1800" u="none" cap="none" strike="noStrik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26343" y="2831249"/>
            <a:ext cx="2664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26343" y="2526963"/>
            <a:ext cx="224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293844" y="2465408"/>
            <a:ext cx="31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4</a:t>
            </a:r>
            <a:endParaRPr b="0" i="0" sz="1800" u="none" cap="none" strike="noStrik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3376384" y="2997628"/>
            <a:ext cx="24210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3363177" y="2526963"/>
            <a:ext cx="228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3130677" y="2465408"/>
            <a:ext cx="31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5</a:t>
            </a:r>
            <a:endParaRPr b="0" i="0" sz="1800" u="none" cap="none" strike="noStrik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861128" y="2470144"/>
            <a:ext cx="135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............</a:t>
            </a:r>
            <a:endParaRPr b="1" i="0" sz="1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3060996" y="2630330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8102076" y="2494539"/>
            <a:ext cx="161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..........</a:t>
            </a:r>
            <a:endParaRPr b="1" i="0" sz="1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424773" y="2488707"/>
            <a:ext cx="62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....</a:t>
            </a:r>
            <a:endParaRPr b="1" i="0" sz="1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797300" y="2635715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6112688" y="3005539"/>
            <a:ext cx="26358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6099480" y="2534874"/>
            <a:ext cx="228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868144" y="2470144"/>
            <a:ext cx="31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6</a:t>
            </a:r>
            <a:endParaRPr b="0" i="0" sz="1800" u="none" cap="none" strike="noStrik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4570836" y="4270005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-134011" y="3734818"/>
            <a:ext cx="46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 b="1" i="0" sz="1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252684" y="3895318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507909" y="4281196"/>
            <a:ext cx="2664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26343" y="3773138"/>
            <a:ext cx="2245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293844" y="3711583"/>
            <a:ext cx="31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7</a:t>
            </a:r>
            <a:endParaRPr b="0" i="0" sz="1800" u="none" cap="none" strike="noStrik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3376384" y="4270005"/>
            <a:ext cx="2674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363177" y="3773138"/>
            <a:ext cx="228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3130677" y="3711583"/>
            <a:ext cx="31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8</a:t>
            </a:r>
            <a:endParaRPr b="0" i="0" sz="1800" u="none" cap="none" strike="noStrik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2064929" y="3716319"/>
            <a:ext cx="135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..........</a:t>
            </a:r>
            <a:endParaRPr b="1" i="0" sz="1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3060996" y="3876505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5026375" y="3723878"/>
            <a:ext cx="91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.......</a:t>
            </a:r>
            <a:endParaRPr b="1" i="0" sz="1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5797300" y="3881890"/>
            <a:ext cx="70800" cy="70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6194820" y="4042595"/>
            <a:ext cx="2635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6194820" y="3757976"/>
            <a:ext cx="298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5868144" y="3716319"/>
            <a:ext cx="31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B050"/>
                </a:solidFill>
                <a:latin typeface="Roboto Black"/>
                <a:ea typeface="Roboto Black"/>
                <a:cs typeface="Roboto Black"/>
                <a:sym typeface="Roboto Black"/>
              </a:rPr>
              <a:t>9</a:t>
            </a:r>
            <a:endParaRPr b="0" i="0" sz="1800" u="none" cap="none" strike="noStrike">
              <a:solidFill>
                <a:srgbClr val="00B05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b="0" i="0" lang="ru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60648" y="474859"/>
            <a:ext cx="2926773" cy="8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21140" y="195486"/>
            <a:ext cx="1062559" cy="2480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/>
          <p:nvPr/>
        </p:nvSpPr>
        <p:spPr>
          <a:xfrm>
            <a:off x="611560" y="1131590"/>
            <a:ext cx="4572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" sz="24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Метрики успешности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611560" y="1995686"/>
            <a:ext cx="223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......................</a:t>
            </a:r>
            <a:endParaRPr b="1" i="0" sz="1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683568" y="2624594"/>
            <a:ext cx="172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3779912" y="2624594"/>
            <a:ext cx="172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6732240" y="2624594"/>
            <a:ext cx="172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3804506" y="3890348"/>
            <a:ext cx="172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6732240" y="3863013"/>
            <a:ext cx="172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755576" y="2427734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3851920" y="2427734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6804248" y="2427734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3851920" y="3665805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6808066" y="3665805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683568" y="3863013"/>
            <a:ext cx="172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755576" y="3666153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b="0" i="0" lang="ru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6230"/>
            <a:ext cx="9143998" cy="5145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64526" y="-72008"/>
            <a:ext cx="9308525" cy="5236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260648" y="474859"/>
            <a:ext cx="2926773" cy="8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21140" y="195486"/>
            <a:ext cx="1062559" cy="24800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/>
          <p:nvPr/>
        </p:nvSpPr>
        <p:spPr>
          <a:xfrm>
            <a:off x="576064" y="1583322"/>
            <a:ext cx="45720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" sz="24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Дополнительный </a:t>
            </a:r>
            <a:endParaRPr sz="24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" sz="24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слайд</a:t>
            </a:r>
            <a:endParaRPr b="0" i="0" sz="2400" u="none" cap="none" strike="noStrike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3275856" y="697521"/>
            <a:ext cx="241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293603" y="1615901"/>
            <a:ext cx="190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3293603" y="2552005"/>
            <a:ext cx="223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576064" y="3128069"/>
            <a:ext cx="223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......................</a:t>
            </a:r>
            <a:endParaRPr b="1" i="0" sz="1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3383360" y="483518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3396949" y="1399877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3404876" y="2314251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3293603" y="3435846"/>
            <a:ext cx="223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3293602" y="4371950"/>
            <a:ext cx="354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3396949" y="3219822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3404876" y="4134196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b="0" i="0" lang="ru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2008"/>
            <a:ext cx="9144000" cy="5236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1140" y="195486"/>
            <a:ext cx="1062559" cy="24800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/>
          <p:nvPr/>
        </p:nvSpPr>
        <p:spPr>
          <a:xfrm>
            <a:off x="611560" y="1131590"/>
            <a:ext cx="457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" sz="24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Дополнительный слайд</a:t>
            </a:r>
            <a:endParaRPr sz="24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611560" y="1563638"/>
            <a:ext cx="223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......................</a:t>
            </a:r>
            <a:endParaRPr b="1" i="0" sz="140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755576" y="2715185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3563888" y="2715185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6300192" y="2715185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260648" y="474859"/>
            <a:ext cx="2926773" cy="8659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/>
          <p:nvPr/>
        </p:nvSpPr>
        <p:spPr>
          <a:xfrm>
            <a:off x="611560" y="1923678"/>
            <a:ext cx="396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755576" y="3867313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3563888" y="3867313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6300192" y="3867313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b="0" i="0" lang="ru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